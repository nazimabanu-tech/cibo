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3748F1-5D50-4D64-A157-F0403B0933E5}" v="43" dt="2026-06-16T03:41:15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ma Banu" userId="98e8efef71a0a95d" providerId="LiveId" clId="{B00C96C5-3983-4431-AE72-AA5A4BC80B0F}"/>
    <pc:docChg chg="undo redo custSel addSld delSld modSld">
      <pc:chgData name="Nazima Banu" userId="98e8efef71a0a95d" providerId="LiveId" clId="{B00C96C5-3983-4431-AE72-AA5A4BC80B0F}" dt="2026-06-16T03:42:12.923" v="263" actId="14100"/>
      <pc:docMkLst>
        <pc:docMk/>
      </pc:docMkLst>
      <pc:sldChg chg="delSp modSp mod">
        <pc:chgData name="Nazima Banu" userId="98e8efef71a0a95d" providerId="LiveId" clId="{B00C96C5-3983-4431-AE72-AA5A4BC80B0F}" dt="2026-06-16T03:40:26.913" v="255" actId="122"/>
        <pc:sldMkLst>
          <pc:docMk/>
          <pc:sldMk cId="663326170" sldId="256"/>
        </pc:sldMkLst>
        <pc:spChg chg="mod">
          <ac:chgData name="Nazima Banu" userId="98e8efef71a0a95d" providerId="LiveId" clId="{B00C96C5-3983-4431-AE72-AA5A4BC80B0F}" dt="2026-06-16T03:40:26.913" v="255" actId="122"/>
          <ac:spMkLst>
            <pc:docMk/>
            <pc:sldMk cId="663326170" sldId="256"/>
            <ac:spMk id="2" creationId="{66AA8A2C-3CC9-EF1E-2D38-C5996ADE9F44}"/>
          </ac:spMkLst>
        </pc:spChg>
        <pc:spChg chg="mod">
          <ac:chgData name="Nazima Banu" userId="98e8efef71a0a95d" providerId="LiveId" clId="{B00C96C5-3983-4431-AE72-AA5A4BC80B0F}" dt="2026-06-16T03:40:18.152" v="253" actId="120"/>
          <ac:spMkLst>
            <pc:docMk/>
            <pc:sldMk cId="663326170" sldId="256"/>
            <ac:spMk id="3" creationId="{CE0BCB29-824D-2E8F-D1D4-ED9C0E03F656}"/>
          </ac:spMkLst>
        </pc:spChg>
        <pc:spChg chg="del mod">
          <ac:chgData name="Nazima Banu" userId="98e8efef71a0a95d" providerId="LiveId" clId="{B00C96C5-3983-4431-AE72-AA5A4BC80B0F}" dt="2026-06-16T02:24:11.902" v="6"/>
          <ac:spMkLst>
            <pc:docMk/>
            <pc:sldMk cId="663326170" sldId="256"/>
            <ac:spMk id="5" creationId="{1ABB272F-F716-901E-0AC0-6F1E058D3253}"/>
          </ac:spMkLst>
        </pc:spChg>
      </pc:sldChg>
      <pc:sldChg chg="new del">
        <pc:chgData name="Nazima Banu" userId="98e8efef71a0a95d" providerId="LiveId" clId="{B00C96C5-3983-4431-AE72-AA5A4BC80B0F}" dt="2026-06-16T02:32:27.781" v="51" actId="47"/>
        <pc:sldMkLst>
          <pc:docMk/>
          <pc:sldMk cId="1117105673" sldId="257"/>
        </pc:sldMkLst>
      </pc:sldChg>
      <pc:sldChg chg="modSp new mod">
        <pc:chgData name="Nazima Banu" userId="98e8efef71a0a95d" providerId="LiveId" clId="{B00C96C5-3983-4431-AE72-AA5A4BC80B0F}" dt="2026-06-16T03:39:28.989" v="247" actId="27636"/>
        <pc:sldMkLst>
          <pc:docMk/>
          <pc:sldMk cId="2178310298" sldId="257"/>
        </pc:sldMkLst>
        <pc:spChg chg="mod">
          <ac:chgData name="Nazima Banu" userId="98e8efef71a0a95d" providerId="LiveId" clId="{B00C96C5-3983-4431-AE72-AA5A4BC80B0F}" dt="2026-06-16T03:21:42.195" v="206" actId="14100"/>
          <ac:spMkLst>
            <pc:docMk/>
            <pc:sldMk cId="2178310298" sldId="257"/>
            <ac:spMk id="2" creationId="{686B5F6B-8F56-5EF5-EE33-5FCE88791AB0}"/>
          </ac:spMkLst>
        </pc:spChg>
        <pc:spChg chg="mod">
          <ac:chgData name="Nazima Banu" userId="98e8efef71a0a95d" providerId="LiveId" clId="{B00C96C5-3983-4431-AE72-AA5A4BC80B0F}" dt="2026-06-16T03:39:28.989" v="247" actId="27636"/>
          <ac:spMkLst>
            <pc:docMk/>
            <pc:sldMk cId="2178310298" sldId="257"/>
            <ac:spMk id="3" creationId="{A63A1B01-4CEE-A191-70C5-C848DCBAA1E6}"/>
          </ac:spMkLst>
        </pc:spChg>
      </pc:sldChg>
      <pc:sldChg chg="modSp new mod">
        <pc:chgData name="Nazima Banu" userId="98e8efef71a0a95d" providerId="LiveId" clId="{B00C96C5-3983-4431-AE72-AA5A4BC80B0F}" dt="2026-06-16T03:40:58.832" v="256" actId="14100"/>
        <pc:sldMkLst>
          <pc:docMk/>
          <pc:sldMk cId="1144587152" sldId="258"/>
        </pc:sldMkLst>
        <pc:spChg chg="mod">
          <ac:chgData name="Nazima Banu" userId="98e8efef71a0a95d" providerId="LiveId" clId="{B00C96C5-3983-4431-AE72-AA5A4BC80B0F}" dt="2026-06-16T03:21:52.057" v="209" actId="14100"/>
          <ac:spMkLst>
            <pc:docMk/>
            <pc:sldMk cId="1144587152" sldId="258"/>
            <ac:spMk id="2" creationId="{0BCB610F-69E4-00F0-3846-819C265554CD}"/>
          </ac:spMkLst>
        </pc:spChg>
        <pc:spChg chg="mod">
          <ac:chgData name="Nazima Banu" userId="98e8efef71a0a95d" providerId="LiveId" clId="{B00C96C5-3983-4431-AE72-AA5A4BC80B0F}" dt="2026-06-16T03:40:58.832" v="256" actId="14100"/>
          <ac:spMkLst>
            <pc:docMk/>
            <pc:sldMk cId="1144587152" sldId="258"/>
            <ac:spMk id="3" creationId="{11C3E501-797F-6F32-A4EA-337CF05196A7}"/>
          </ac:spMkLst>
        </pc:spChg>
      </pc:sldChg>
      <pc:sldChg chg="modSp new mod">
        <pc:chgData name="Nazima Banu" userId="98e8efef71a0a95d" providerId="LiveId" clId="{B00C96C5-3983-4431-AE72-AA5A4BC80B0F}" dt="2026-06-16T03:41:12.483" v="257" actId="14100"/>
        <pc:sldMkLst>
          <pc:docMk/>
          <pc:sldMk cId="484387601" sldId="259"/>
        </pc:sldMkLst>
        <pc:spChg chg="mod">
          <ac:chgData name="Nazima Banu" userId="98e8efef71a0a95d" providerId="LiveId" clId="{B00C96C5-3983-4431-AE72-AA5A4BC80B0F}" dt="2026-06-16T03:28:21.658" v="222" actId="14100"/>
          <ac:spMkLst>
            <pc:docMk/>
            <pc:sldMk cId="484387601" sldId="259"/>
            <ac:spMk id="2" creationId="{C4C003C8-4EF6-0AC4-45B8-829D00E54BD7}"/>
          </ac:spMkLst>
        </pc:spChg>
        <pc:spChg chg="mod">
          <ac:chgData name="Nazima Banu" userId="98e8efef71a0a95d" providerId="LiveId" clId="{B00C96C5-3983-4431-AE72-AA5A4BC80B0F}" dt="2026-06-16T03:41:12.483" v="257" actId="14100"/>
          <ac:spMkLst>
            <pc:docMk/>
            <pc:sldMk cId="484387601" sldId="259"/>
            <ac:spMk id="3" creationId="{985B3B95-691A-9BB4-3BC8-AC94A41ACFE0}"/>
          </ac:spMkLst>
        </pc:spChg>
      </pc:sldChg>
      <pc:sldChg chg="modSp new mod">
        <pc:chgData name="Nazima Banu" userId="98e8efef71a0a95d" providerId="LiveId" clId="{B00C96C5-3983-4431-AE72-AA5A4BC80B0F}" dt="2026-06-16T03:41:24.348" v="258" actId="14100"/>
        <pc:sldMkLst>
          <pc:docMk/>
          <pc:sldMk cId="575757080" sldId="260"/>
        </pc:sldMkLst>
        <pc:spChg chg="mod">
          <ac:chgData name="Nazima Banu" userId="98e8efef71a0a95d" providerId="LiveId" clId="{B00C96C5-3983-4431-AE72-AA5A4BC80B0F}" dt="2026-06-16T03:29:08.950" v="226" actId="14100"/>
          <ac:spMkLst>
            <pc:docMk/>
            <pc:sldMk cId="575757080" sldId="260"/>
            <ac:spMk id="2" creationId="{A7F6D51A-3743-CD9E-FF8E-9535637B4649}"/>
          </ac:spMkLst>
        </pc:spChg>
        <pc:spChg chg="mod">
          <ac:chgData name="Nazima Banu" userId="98e8efef71a0a95d" providerId="LiveId" clId="{B00C96C5-3983-4431-AE72-AA5A4BC80B0F}" dt="2026-06-16T03:41:24.348" v="258" actId="14100"/>
          <ac:spMkLst>
            <pc:docMk/>
            <pc:sldMk cId="575757080" sldId="260"/>
            <ac:spMk id="3" creationId="{1A64486E-01F3-52DC-97E4-F2516529C348}"/>
          </ac:spMkLst>
        </pc:spChg>
      </pc:sldChg>
      <pc:sldChg chg="modSp new mod">
        <pc:chgData name="Nazima Banu" userId="98e8efef71a0a95d" providerId="LiveId" clId="{B00C96C5-3983-4431-AE72-AA5A4BC80B0F}" dt="2026-06-16T03:41:39.215" v="259" actId="14100"/>
        <pc:sldMkLst>
          <pc:docMk/>
          <pc:sldMk cId="4196528318" sldId="261"/>
        </pc:sldMkLst>
        <pc:spChg chg="mod">
          <ac:chgData name="Nazima Banu" userId="98e8efef71a0a95d" providerId="LiveId" clId="{B00C96C5-3983-4431-AE72-AA5A4BC80B0F}" dt="2026-06-16T03:29:46.265" v="227" actId="14100"/>
          <ac:spMkLst>
            <pc:docMk/>
            <pc:sldMk cId="4196528318" sldId="261"/>
            <ac:spMk id="2" creationId="{DC2A6C4D-D255-7575-7AC2-7CD6C89D4522}"/>
          </ac:spMkLst>
        </pc:spChg>
        <pc:spChg chg="mod">
          <ac:chgData name="Nazima Banu" userId="98e8efef71a0a95d" providerId="LiveId" clId="{B00C96C5-3983-4431-AE72-AA5A4BC80B0F}" dt="2026-06-16T03:41:39.215" v="259" actId="14100"/>
          <ac:spMkLst>
            <pc:docMk/>
            <pc:sldMk cId="4196528318" sldId="261"/>
            <ac:spMk id="3" creationId="{D7E0EEBB-FD80-6A9C-6B26-92E15175940F}"/>
          </ac:spMkLst>
        </pc:spChg>
      </pc:sldChg>
      <pc:sldChg chg="addSp delSp modSp new mod">
        <pc:chgData name="Nazima Banu" userId="98e8efef71a0a95d" providerId="LiveId" clId="{B00C96C5-3983-4431-AE72-AA5A4BC80B0F}" dt="2026-06-16T03:41:45.711" v="260" actId="14100"/>
        <pc:sldMkLst>
          <pc:docMk/>
          <pc:sldMk cId="2106981267" sldId="262"/>
        </pc:sldMkLst>
        <pc:spChg chg="mod">
          <ac:chgData name="Nazima Banu" userId="98e8efef71a0a95d" providerId="LiveId" clId="{B00C96C5-3983-4431-AE72-AA5A4BC80B0F}" dt="2026-06-16T03:30:20.318" v="228" actId="14100"/>
          <ac:spMkLst>
            <pc:docMk/>
            <pc:sldMk cId="2106981267" sldId="262"/>
            <ac:spMk id="2" creationId="{273D2E8E-1256-EB7D-FEDD-F573B38D3091}"/>
          </ac:spMkLst>
        </pc:spChg>
        <pc:spChg chg="mod">
          <ac:chgData name="Nazima Banu" userId="98e8efef71a0a95d" providerId="LiveId" clId="{B00C96C5-3983-4431-AE72-AA5A4BC80B0F}" dt="2026-06-16T03:41:45.711" v="260" actId="14100"/>
          <ac:spMkLst>
            <pc:docMk/>
            <pc:sldMk cId="2106981267" sldId="262"/>
            <ac:spMk id="3" creationId="{9B36EC1F-8DF5-0750-9A3B-211A505BFF26}"/>
          </ac:spMkLst>
        </pc:spChg>
        <pc:spChg chg="add del">
          <ac:chgData name="Nazima Banu" userId="98e8efef71a0a95d" providerId="LiveId" clId="{B00C96C5-3983-4431-AE72-AA5A4BC80B0F}" dt="2026-06-16T03:08:44.899" v="117" actId="478"/>
          <ac:spMkLst>
            <pc:docMk/>
            <pc:sldMk cId="2106981267" sldId="262"/>
            <ac:spMk id="5" creationId="{EAEB3F7A-92F9-ADD4-957E-0A92ED08AF49}"/>
          </ac:spMkLst>
        </pc:spChg>
      </pc:sldChg>
      <pc:sldChg chg="modSp new mod">
        <pc:chgData name="Nazima Banu" userId="98e8efef71a0a95d" providerId="LiveId" clId="{B00C96C5-3983-4431-AE72-AA5A4BC80B0F}" dt="2026-06-16T03:42:03.960" v="262" actId="14100"/>
        <pc:sldMkLst>
          <pc:docMk/>
          <pc:sldMk cId="1818490571" sldId="263"/>
        </pc:sldMkLst>
        <pc:spChg chg="mod">
          <ac:chgData name="Nazima Banu" userId="98e8efef71a0a95d" providerId="LiveId" clId="{B00C96C5-3983-4431-AE72-AA5A4BC80B0F}" dt="2026-06-16T03:17:57.023" v="173" actId="207"/>
          <ac:spMkLst>
            <pc:docMk/>
            <pc:sldMk cId="1818490571" sldId="263"/>
            <ac:spMk id="2" creationId="{7BF09F75-03C0-AC38-26DB-0B99978BA50B}"/>
          </ac:spMkLst>
        </pc:spChg>
        <pc:spChg chg="mod">
          <ac:chgData name="Nazima Banu" userId="98e8efef71a0a95d" providerId="LiveId" clId="{B00C96C5-3983-4431-AE72-AA5A4BC80B0F}" dt="2026-06-16T03:42:03.960" v="262" actId="14100"/>
          <ac:spMkLst>
            <pc:docMk/>
            <pc:sldMk cId="1818490571" sldId="263"/>
            <ac:spMk id="3" creationId="{ACC07C39-4F96-BBA0-478C-7BDDC892DFA0}"/>
          </ac:spMkLst>
        </pc:spChg>
      </pc:sldChg>
      <pc:sldChg chg="modSp new mod">
        <pc:chgData name="Nazima Banu" userId="98e8efef71a0a95d" providerId="LiveId" clId="{B00C96C5-3983-4431-AE72-AA5A4BC80B0F}" dt="2026-06-16T03:17:39.510" v="171" actId="207"/>
        <pc:sldMkLst>
          <pc:docMk/>
          <pc:sldMk cId="1448751135" sldId="264"/>
        </pc:sldMkLst>
        <pc:spChg chg="mod">
          <ac:chgData name="Nazima Banu" userId="98e8efef71a0a95d" providerId="LiveId" clId="{B00C96C5-3983-4431-AE72-AA5A4BC80B0F}" dt="2026-06-16T03:16:06.350" v="159" actId="207"/>
          <ac:spMkLst>
            <pc:docMk/>
            <pc:sldMk cId="1448751135" sldId="264"/>
            <ac:spMk id="2" creationId="{F9C0A0B1-61D9-FA24-4030-D1182BE302D5}"/>
          </ac:spMkLst>
        </pc:spChg>
        <pc:spChg chg="mod">
          <ac:chgData name="Nazima Banu" userId="98e8efef71a0a95d" providerId="LiveId" clId="{B00C96C5-3983-4431-AE72-AA5A4BC80B0F}" dt="2026-06-16T03:17:39.510" v="171" actId="207"/>
          <ac:spMkLst>
            <pc:docMk/>
            <pc:sldMk cId="1448751135" sldId="264"/>
            <ac:spMk id="3" creationId="{043F66C2-9CD7-39E8-48D3-A30B2FE1F21C}"/>
          </ac:spMkLst>
        </pc:spChg>
      </pc:sldChg>
      <pc:sldChg chg="modSp new mod">
        <pc:chgData name="Nazima Banu" userId="98e8efef71a0a95d" providerId="LiveId" clId="{B00C96C5-3983-4431-AE72-AA5A4BC80B0F}" dt="2026-06-16T03:42:12.923" v="263" actId="14100"/>
        <pc:sldMkLst>
          <pc:docMk/>
          <pc:sldMk cId="2067639338" sldId="265"/>
        </pc:sldMkLst>
        <pc:spChg chg="mod">
          <ac:chgData name="Nazima Banu" userId="98e8efef71a0a95d" providerId="LiveId" clId="{B00C96C5-3983-4431-AE72-AA5A4BC80B0F}" dt="2026-06-16T03:17:48.508" v="172" actId="207"/>
          <ac:spMkLst>
            <pc:docMk/>
            <pc:sldMk cId="2067639338" sldId="265"/>
            <ac:spMk id="2" creationId="{0E1FD7FA-C9A3-6B93-E552-8A7F1DCCF682}"/>
          </ac:spMkLst>
        </pc:spChg>
        <pc:spChg chg="mod">
          <ac:chgData name="Nazima Banu" userId="98e8efef71a0a95d" providerId="LiveId" clId="{B00C96C5-3983-4431-AE72-AA5A4BC80B0F}" dt="2026-06-16T03:42:12.923" v="263" actId="14100"/>
          <ac:spMkLst>
            <pc:docMk/>
            <pc:sldMk cId="2067639338" sldId="265"/>
            <ac:spMk id="3" creationId="{861BE9FC-20D8-42B3-3920-80A25EEA0F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8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81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9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96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1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57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78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46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2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5415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558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164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09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8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10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A30FB-9FC3-4C75-90CC-2B970F741F7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E0E8E7-EBDA-4396-9502-871B8BD17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19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8A2C-3CC9-EF1E-2D38-C5996ADE9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6607277" cy="2387600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Cibo – Online Food Ordering System</a:t>
            </a:r>
            <a:br>
              <a:rPr lang="en-IN" sz="4800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en-IN" sz="4800" dirty="0">
              <a:solidFill>
                <a:schemeClr val="accent6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BCB29-824D-2E8F-D1D4-ED9C0E03F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449962" cy="1655762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Nazima Banu</a:t>
            </a:r>
            <a:br>
              <a:rPr lang="en-IN" dirty="0"/>
            </a:br>
            <a:r>
              <a:rPr lang="en-IN" dirty="0"/>
              <a:t>USN: U03CH23S0053</a:t>
            </a:r>
            <a:br>
              <a:rPr lang="en-IN" dirty="0"/>
            </a:br>
            <a:r>
              <a:rPr lang="en-IN" dirty="0"/>
              <a:t>6th Semester, BCA</a:t>
            </a:r>
            <a:br>
              <a:rPr lang="en-IN" dirty="0"/>
            </a:br>
            <a:r>
              <a:rPr lang="en-IN" dirty="0"/>
              <a:t>Dayananda Sagar Business Academy</a:t>
            </a:r>
            <a:br>
              <a:rPr lang="en-IN" dirty="0"/>
            </a:br>
            <a:r>
              <a:rPr lang="en-IN" dirty="0"/>
              <a:t>2025 –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32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5F6B-8F56-5EF5-EE33-5FCE8879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779639"/>
          </a:xfrm>
        </p:spPr>
        <p:txBody>
          <a:bodyPr/>
          <a:lstStyle/>
          <a:p>
            <a:r>
              <a:rPr lang="en-IN" sz="4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INTRODUCTION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1B01-4CEE-A191-70C5-C848DCBAA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390274"/>
            <a:ext cx="10515600" cy="264694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alibri (Body"/>
              </a:rPr>
              <a:t>Cibo is a web-based online food ordering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alibri (Body"/>
              </a:rPr>
              <a:t>It connects users with restaurants digitally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alibri (Body"/>
              </a:rPr>
              <a:t>Provides a simple, fast, and user-friendly ordering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alibri (Body"/>
              </a:rPr>
              <a:t>Includes user module, admin dashboard, and order tracking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alibri (Body"/>
              </a:rPr>
              <a:t>Designed to improve convenience, efficiency, and digital food ordering experience</a:t>
            </a:r>
          </a:p>
          <a:p>
            <a:endParaRPr lang="en-IN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831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610F-69E4-00F0-3846-819C2655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226853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Project Scope &amp; Application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3E501-797F-6F32-A4EA-337CF0519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97627"/>
            <a:ext cx="9236382" cy="419202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Target Audience:</a:t>
            </a:r>
            <a:r>
              <a:rPr lang="en-IN" dirty="0">
                <a:solidFill>
                  <a:schemeClr val="tx1"/>
                </a:solidFill>
              </a:rPr>
              <a:t> Specifically designed for local food joints, cafes, and popular restaurant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Platform Reach:</a:t>
            </a:r>
            <a:r>
              <a:rPr lang="en-IN" dirty="0">
                <a:solidFill>
                  <a:schemeClr val="tx1"/>
                </a:solidFill>
              </a:rPr>
              <a:t> Designed for large restaurant chains and food service businesses adopting digital management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Local &amp; Cloud Deployments:</a:t>
            </a:r>
            <a:r>
              <a:rPr lang="en-IN" dirty="0">
                <a:solidFill>
                  <a:schemeClr val="tx1"/>
                </a:solidFill>
              </a:rPr>
              <a:t> Deployable locally in offline environments or on cloud servers using Supabase.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Integrations:</a:t>
            </a:r>
            <a:r>
              <a:rPr lang="en-IN" dirty="0">
                <a:solidFill>
                  <a:schemeClr val="tx1"/>
                </a:solidFill>
              </a:rPr>
              <a:t> Standardized reports export system ready for monthly accounting and inventory reviews.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58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03C8-4EF6-0AC4-45B8-829D00E5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2326105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Project Objectives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B3B95-691A-9BB4-3BC8-AC94A41AC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37347"/>
            <a:ext cx="8725105" cy="405230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Unified Data Model:</a:t>
            </a:r>
            <a:r>
              <a:rPr lang="en-IN" dirty="0">
                <a:solidFill>
                  <a:schemeClr val="tx1"/>
                </a:solidFill>
              </a:rPr>
              <a:t> Enforce a single parsing layer (normalizeOrder) to sync calculations across all user and admin panels.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Streamlined Actions:</a:t>
            </a:r>
            <a:r>
              <a:rPr lang="en-IN" dirty="0">
                <a:solidFill>
                  <a:schemeClr val="tx1"/>
                </a:solidFill>
              </a:rPr>
              <a:t> Centralize checkout, reordering, and cancellations into a single business service layer.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Centralized Asset Management:</a:t>
            </a:r>
            <a:r>
              <a:rPr lang="en-IN" dirty="0">
                <a:solidFill>
                  <a:schemeClr val="tx1"/>
                </a:solidFill>
              </a:rPr>
              <a:t> Restructure restaurant and menu item images using drop-down visual libraries.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Enhanced User Experience:</a:t>
            </a:r>
            <a:r>
              <a:rPr lang="en-IN" dirty="0">
                <a:solidFill>
                  <a:schemeClr val="tx1"/>
                </a:solidFill>
              </a:rPr>
              <a:t> Integrate responsive cart guards, case-insensitive item reordering, and PDF invoice downloads.</a:t>
            </a:r>
          </a:p>
          <a:p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38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D51A-3743-CD9E-FF8E-9535637B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2268537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System Overview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4486E-01F3-52DC-97E4-F2516529C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5053"/>
            <a:ext cx="9010240" cy="416459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Architecture Model:</a:t>
            </a:r>
            <a:r>
              <a:rPr lang="en-IN" dirty="0">
                <a:solidFill>
                  <a:schemeClr val="tx1"/>
                </a:solidFill>
              </a:rPr>
              <a:t> Three-tier architecture consisting of the React user interface, database logic, and a central parsing layer.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Responsive Client Module:</a:t>
            </a:r>
            <a:r>
              <a:rPr lang="en-IN" dirty="0">
                <a:solidFill>
                  <a:schemeClr val="tx1"/>
                </a:solidFill>
              </a:rPr>
              <a:t> Allows customers to browse, cart items, apply discounts, checkout, and track 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Control Console:</a:t>
            </a:r>
            <a:r>
              <a:rPr lang="en-IN" dirty="0">
                <a:solidFill>
                  <a:schemeClr val="tx1"/>
                </a:solidFill>
              </a:rPr>
              <a:t> Provides administrators with real-time status management, asset editors, and accounting report exports.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Dual Persistence Layer:</a:t>
            </a:r>
            <a:r>
              <a:rPr lang="en-IN" dirty="0">
                <a:solidFill>
                  <a:schemeClr val="tx1"/>
                </a:solidFill>
              </a:rPr>
              <a:t> Seamless transition between local storage database fallback and online Supabase cloud databases.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75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6C4D-D255-7575-7AC2-7CD6C89D4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2807368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User Features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0EEBB-FD80-6A9C-6B26-92E151759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94021"/>
            <a:ext cx="9010240" cy="379562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Dynamic Navigation:</a:t>
            </a:r>
            <a:r>
              <a:rPr lang="en-IN" dirty="0">
                <a:solidFill>
                  <a:schemeClr val="tx1"/>
                </a:solidFill>
              </a:rPr>
              <a:t> Automatically filters empty categories out of the active restaurant menu listings.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Safety Guards:</a:t>
            </a:r>
            <a:r>
              <a:rPr lang="en-IN" dirty="0">
                <a:solidFill>
                  <a:schemeClr val="tx1"/>
                </a:solidFill>
              </a:rPr>
              <a:t> Enforces order and item count limits (e.g., maximum 5 per item) with instant system notifications.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Smart Reordering:</a:t>
            </a:r>
            <a:r>
              <a:rPr lang="en-IN" dirty="0">
                <a:solidFill>
                  <a:schemeClr val="tx1"/>
                </a:solidFill>
              </a:rPr>
              <a:t> Translates and copies items from past transaction histories to the cart in a single click.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Digital Invoices:</a:t>
            </a:r>
            <a:r>
              <a:rPr lang="en-IN" dirty="0">
                <a:solidFill>
                  <a:schemeClr val="tx1"/>
                </a:solidFill>
              </a:rPr>
              <a:t> Generates clean, downloadable PDF transaction receipts with detailed cost breakdowns.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52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2E8E-1256-EB7D-FEDD-F573B38D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2268537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Admin Features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B36EC1F-8DF5-0750-9A3B-211A505BFF2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1850" y="1691149"/>
                <a:ext cx="8725105" cy="4398502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chemeClr val="tx1"/>
                    </a:solidFill>
                  </a:rPr>
                  <a:t>Live Overview:</a:t>
                </a:r>
                <a:r>
                  <a:rPr lang="en-IN" dirty="0">
                    <a:solidFill>
                      <a:schemeClr val="tx1"/>
                    </a:solidFill>
                  </a:rPr>
                  <a:t> Tracks cumulative platform sales, pending items, and active operations dynamically.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chemeClr val="tx1"/>
                    </a:solidFill>
                  </a:rPr>
                  <a:t>Status Updates:</a:t>
                </a:r>
                <a:r>
                  <a:rPr lang="en-IN" dirty="0">
                    <a:solidFill>
                      <a:schemeClr val="tx1"/>
                    </a:solidFill>
                  </a:rPr>
                  <a:t> Advances orders through production phases (Pending 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 Preparing 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 Out 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 Delivered) in real-time.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chemeClr val="tx1"/>
                    </a:solidFill>
                  </a:rPr>
                  <a:t>Report Centre:</a:t>
                </a:r>
                <a:r>
                  <a:rPr lang="en-IN" dirty="0">
                    <a:solidFill>
                      <a:schemeClr val="tx1"/>
                    </a:solidFill>
                  </a:rPr>
                  <a:t> Filters and exports clean platform transaction sheets directly into Excel or PDF layouts.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chemeClr val="tx1"/>
                    </a:solidFill>
                  </a:rPr>
                  <a:t>Central Asset Selector:</a:t>
                </a:r>
                <a:r>
                  <a:rPr lang="en-IN" dirty="0">
                    <a:solidFill>
                      <a:schemeClr val="tx1"/>
                    </a:solidFill>
                  </a:rPr>
                  <a:t> Manages menu items and restaurants using secure visual drop-down catalogs (no raw URLs required).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B36EC1F-8DF5-0750-9A3B-211A505BF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1850" y="1691149"/>
                <a:ext cx="8725105" cy="4398502"/>
              </a:xfrm>
              <a:blipFill>
                <a:blip r:embed="rId2"/>
                <a:stretch>
                  <a:fillRect l="-279" t="-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98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9F75-03C0-AC38-26DB-0B99978B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52927"/>
            <a:ext cx="10515600" cy="2069432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Key Technical Integrations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07C39-4F96-BBA0-478C-7BDDC892D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09011"/>
            <a:ext cx="9098731" cy="418063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Central Normalizer:</a:t>
            </a:r>
            <a:r>
              <a:rPr lang="en-IN" dirty="0">
                <a:solidFill>
                  <a:schemeClr val="tx1"/>
                </a:solidFill>
              </a:rPr>
              <a:t> Translates multi-source database variables into matching JavaScript objects at runtime.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Separation of Concerns:</a:t>
            </a:r>
            <a:r>
              <a:rPr lang="en-IN" dirty="0">
                <a:solidFill>
                  <a:schemeClr val="tx1"/>
                </a:solidFill>
              </a:rPr>
              <a:t> UI files focus strictly on design rendering, delegating calculations to standalone logic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Smart Asset Library:</a:t>
            </a:r>
            <a:r>
              <a:rPr lang="en-IN" dirty="0">
                <a:solidFill>
                  <a:schemeClr val="tx1"/>
                </a:solidFill>
              </a:rPr>
              <a:t> Handles image rendering through secure catalog references, preserving legacy link fallbacks.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Responsive Styling:</a:t>
            </a:r>
            <a:r>
              <a:rPr lang="en-IN" dirty="0">
                <a:solidFill>
                  <a:schemeClr val="tx1"/>
                </a:solidFill>
              </a:rPr>
              <a:t> Enforces a clean, responsive layout across multiple screen sizes using a system-wide Vanilla CSS sheet.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49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A0B1-61D9-FA24-4030-D1182BE3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380"/>
            <a:ext cx="10515600" cy="1331494"/>
          </a:xfrm>
        </p:spPr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System Workflow Explanation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F66C2-9CD7-39E8-48D3-A30B2FE1F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75875"/>
            <a:ext cx="10515600" cy="461377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User browses restaurants and adds items to cart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Cart validates quantity and applies promo codes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processes order and calculates final bill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Order is stored in database / local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Admin dashboard receives and manages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Order status updates reflect in user tracking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Entire system works with unified data flow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4875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D7FA-C9A3-6B93-E552-8A7F1DCC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52284"/>
            <a:ext cx="10515600" cy="2035277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BE9FC-20D8-42B3-3920-80A25EEA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828801"/>
            <a:ext cx="8653411" cy="45769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Successful Implementation:</a:t>
            </a:r>
            <a:r>
              <a:rPr lang="en-IN" dirty="0">
                <a:solidFill>
                  <a:schemeClr val="tx1"/>
                </a:solidFill>
              </a:rPr>
              <a:t> Developed a robust React food ordering application using professional Vanilla CSS.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Architecture Integrity:</a:t>
            </a:r>
            <a:r>
              <a:rPr lang="en-IN" dirty="0">
                <a:solidFill>
                  <a:schemeClr val="tx1"/>
                </a:solidFill>
              </a:rPr>
              <a:t> Unified operational actions and data normalization to prevent frontend sync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Future Scope:</a:t>
            </a:r>
            <a:r>
              <a:rPr lang="en-IN" dirty="0">
                <a:solidFill>
                  <a:schemeClr val="tx1"/>
                </a:solidFill>
              </a:rPr>
              <a:t> Ready for online cloud hosting and integration with live SMS notification alerts.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6393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630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 (Body</vt:lpstr>
      <vt:lpstr>Cambria Math</vt:lpstr>
      <vt:lpstr>Segoe UI Semibold</vt:lpstr>
      <vt:lpstr>Trebuchet MS</vt:lpstr>
      <vt:lpstr>Wingdings 3</vt:lpstr>
      <vt:lpstr>Facet</vt:lpstr>
      <vt:lpstr>Cibo – Online Food Ordering System </vt:lpstr>
      <vt:lpstr>INTRODUCTION</vt:lpstr>
      <vt:lpstr>Project Scope &amp; Application </vt:lpstr>
      <vt:lpstr>Project Objectives </vt:lpstr>
      <vt:lpstr>System Overview </vt:lpstr>
      <vt:lpstr>User Features </vt:lpstr>
      <vt:lpstr>Admin Features </vt:lpstr>
      <vt:lpstr>Key Technical Integrations </vt:lpstr>
      <vt:lpstr>System Workflow Explanation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Nazima Banu</dc:creator>
  <cp:lastModifiedBy>Nazima Banu</cp:lastModifiedBy>
  <cp:revision>1</cp:revision>
  <dcterms:created xsi:type="dcterms:W3CDTF">2026-06-16T02:23:26Z</dcterms:created>
  <dcterms:modified xsi:type="dcterms:W3CDTF">2026-06-16T03:42:19Z</dcterms:modified>
</cp:coreProperties>
</file>